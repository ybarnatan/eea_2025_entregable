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Poppins"/>
      <p:bold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7ztXZpmMCGX34q7W9Cnaf6ZNd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/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72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/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 u="sng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lang="es-AR" sz="28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surgida del primer Dag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662853" y="2496825"/>
            <a:ext cx="16918452" cy="8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958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800"/>
              <a:buFont typeface="Poppins"/>
              <a:buNone/>
            </a:pPr>
            <a:r>
              <a:rPr b="1" i="0" lang="es-AR" sz="48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causal: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838200" y="3917352"/>
            <a:ext cx="1577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¿Existe acaso alguna otra variable que 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implicada en el índice de consumo de alcohol de una persona?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38138" y="5581350"/>
            <a:ext cx="1577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Aquí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entra nuestro tercer actor: La Edad.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837174" y="896147"/>
            <a:ext cx="1691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Premisa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878824" y="3184143"/>
            <a:ext cx="1691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Relación</a:t>
            </a: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Edad -Eventos Sociales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1066800" y="2089675"/>
            <a:ext cx="1577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Sabemos que los 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jóvenes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consumen 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alcohol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248" r="238" t="9641"/>
          <a:stretch/>
        </p:blipFill>
        <p:spPr>
          <a:xfrm>
            <a:off x="4708575" y="4671951"/>
            <a:ext cx="8490775" cy="47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837174" y="896147"/>
            <a:ext cx="1691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Camino Trasero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1066800" y="2089675"/>
            <a:ext cx="1577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 asociación que veíamos antes no era pura.</a:t>
            </a:r>
            <a:endParaRPr/>
          </a:p>
        </p:txBody>
      </p:sp>
      <p:pic>
        <p:nvPicPr>
          <p:cNvPr descr="Make the background white" id="135" name="Google Shape;13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1325" y="3484525"/>
            <a:ext cx="8067375" cy="57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 flipH="1" rot="6623956">
            <a:off x="13698409" y="-604090"/>
            <a:ext cx="14375510" cy="8829170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lang="es-AR" sz="6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248" r="238" t="4734"/>
          <a:stretch/>
        </p:blipFill>
        <p:spPr>
          <a:xfrm>
            <a:off x="807763" y="2974825"/>
            <a:ext cx="9264125" cy="55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10498650" y="3132675"/>
            <a:ext cx="62970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coef_naive &lt;- coef(m_naive)["INDICE_SOCIALES"]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coef_fork &lt;- coef(m_fork)["INDICE_SOCIALES"]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 coef_naive - coef_fork) / coef_fork * 100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INDICE_SOCIALES: </a:t>
            </a:r>
            <a:r>
              <a:rPr lang="es-AR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23.3073</a:t>
            </a:r>
            <a:r>
              <a:rPr lang="es-AR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684774" y="1181100"/>
            <a:ext cx="16918452" cy="92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Problematización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990600" y="3501133"/>
            <a:ext cx="164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Lato"/>
              <a:buNone/>
            </a:pPr>
            <a:r>
              <a:rPr lang="es-AR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¿Por qué la edad disminuye el consumo de alcohol?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