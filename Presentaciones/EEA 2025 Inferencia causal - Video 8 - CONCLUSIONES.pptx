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OVfmzhH4TdKyE3eiP4TzjKxzP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Lato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customschemas.google.com/relationships/presentationmetadata" Target="meta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AR" sz="36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AR" sz="2800" u="sng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38200" y="3917352"/>
            <a:ext cx="157743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Char char="●"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Causal Naive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Char char="●"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Causal Fork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Char char="●"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Modelo Causal Chain</a:t>
            </a:r>
            <a:endParaRPr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Char char="●"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Modelo Causal Collider</a:t>
            </a:r>
            <a:endParaRPr b="0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 flipH="1" rot="6623956">
            <a:off x="13698409" y="-604090"/>
            <a:ext cx="14375510" cy="8829170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684749" y="464325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